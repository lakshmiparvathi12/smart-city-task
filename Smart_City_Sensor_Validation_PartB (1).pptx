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City Issue Reporting</a:t>
            </a:r>
          </a:p>
          <a:p>
            <a:r>
              <a:t>Sensor-Based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 B: Sensor-Based Support for Reported Issue</a:t>
            </a:r>
          </a:p>
          <a:p>
            <a:r>
              <a:t>Broken Streetlight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Citizen reports alone may not always be reliable.</a:t>
            </a:r>
          </a:p>
          <a:p>
            <a:r>
              <a:t>Sensor-based validation improves accuracy and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Selected Issue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Issue: Broken Streetlight</a:t>
            </a:r>
          </a:p>
          <a:p>
            <a:r>
              <a:t>Reported by citizens through a digital portal.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Sensor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Light Sensor (LDR)</a:t>
            </a:r>
          </a:p>
          <a:p>
            <a:r>
              <a:t>Detects light intensity during night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Sensor-Based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light intensity is below threshold at night,</a:t>
            </a:r>
          </a:p>
          <a:p>
            <a:r>
              <a:t>the streetlight is confirmed as faulty.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Confirmed issue is forwarded to maintenance team.</a:t>
            </a:r>
          </a:p>
          <a:p>
            <a:r>
              <a:t>Repair work is scheduled and status updated.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